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Cabin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abin-bold.fntdata"/><Relationship Id="rId25" Type="http://schemas.openxmlformats.org/officeDocument/2006/relationships/font" Target="fonts/Cabin-regular.fntdata"/><Relationship Id="rId28" Type="http://schemas.openxmlformats.org/officeDocument/2006/relationships/font" Target="fonts/Cabin-boldItalic.fntdata"/><Relationship Id="rId27" Type="http://schemas.openxmlformats.org/officeDocument/2006/relationships/font" Target="fonts/Cabin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font" Target="fonts/RobotoSlab-bold.fntdata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86ef0190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c86ef0190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86ef0190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c86ef0190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c86ef0190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c86ef0190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86ef01905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c86ef01905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86ef01905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c86ef01905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c86ef01905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c86ef01905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c86ef01905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c86ef01905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86ef01905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c86ef0190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7.png"/><Relationship Id="rId5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Calcul du débit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le débit est un volume d’eau en un temps donné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abin"/>
                <a:ea typeface="Cabin"/>
                <a:cs typeface="Cabin"/>
                <a:sym typeface="Cabin"/>
              </a:rPr>
              <a:t>Précision et coopération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Présentation des calculs à effectuer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" name="Google Shape;70;p14"/>
          <p:cNvSpPr txBox="1"/>
          <p:nvPr>
            <p:ph idx="2" type="body"/>
          </p:nvPr>
        </p:nvSpPr>
        <p:spPr>
          <a:xfrm>
            <a:off x="5736050" y="1489825"/>
            <a:ext cx="3020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●"/>
            </a:pPr>
            <a:r>
              <a:rPr lang="fr">
                <a:latin typeface="Cabin"/>
                <a:ea typeface="Cabin"/>
                <a:cs typeface="Cabin"/>
                <a:sym typeface="Cabin"/>
              </a:rPr>
              <a:t>Calculer la profondeur moyenne et la largeur moyenne pour déterminer une surface moyenne.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●"/>
            </a:pPr>
            <a:r>
              <a:rPr lang="fr">
                <a:latin typeface="Cabin"/>
                <a:ea typeface="Cabin"/>
                <a:cs typeface="Cabin"/>
                <a:sym typeface="Cabin"/>
              </a:rPr>
              <a:t>En multipliant cette surface par la longueur AB (= 10 mètres), vous aurez un volume.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●"/>
            </a:pPr>
            <a:r>
              <a:rPr lang="fr">
                <a:latin typeface="Cabin"/>
                <a:ea typeface="Cabin"/>
                <a:cs typeface="Cabin"/>
                <a:sym typeface="Cabin"/>
              </a:rPr>
              <a:t>Calculer le temps que met ce volume pour aller de AA’ à BB’ pour trouver le débit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31915" y="2737485"/>
            <a:ext cx="3240300" cy="1368300"/>
          </a:xfrm>
          <a:prstGeom prst="cube">
            <a:avLst>
              <a:gd fmla="val 25000" name="adj"/>
            </a:avLst>
          </a:prstGeom>
          <a:solidFill>
            <a:srgbClr val="4F81BD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14"/>
          <p:cNvCxnSpPr/>
          <p:nvPr/>
        </p:nvCxnSpPr>
        <p:spPr>
          <a:xfrm>
            <a:off x="891955" y="2014403"/>
            <a:ext cx="0" cy="723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73" name="Google Shape;73;p14"/>
          <p:cNvCxnSpPr/>
          <p:nvPr/>
        </p:nvCxnSpPr>
        <p:spPr>
          <a:xfrm>
            <a:off x="3772275" y="2014403"/>
            <a:ext cx="0" cy="723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74" name="Google Shape;74;p14"/>
          <p:cNvSpPr txBox="1"/>
          <p:nvPr/>
        </p:nvSpPr>
        <p:spPr>
          <a:xfrm>
            <a:off x="675931" y="1726371"/>
            <a:ext cx="7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628259" y="1726371"/>
            <a:ext cx="7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B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87899" y="2086411"/>
            <a:ext cx="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A’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77" name="Google Shape;77;p14"/>
          <p:cNvCxnSpPr/>
          <p:nvPr/>
        </p:nvCxnSpPr>
        <p:spPr>
          <a:xfrm>
            <a:off x="531915" y="2371440"/>
            <a:ext cx="0" cy="723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78" name="Google Shape;78;p14"/>
          <p:cNvCxnSpPr/>
          <p:nvPr/>
        </p:nvCxnSpPr>
        <p:spPr>
          <a:xfrm rot="10800000">
            <a:off x="3412235" y="2302523"/>
            <a:ext cx="0" cy="79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4"/>
          <p:cNvSpPr txBox="1"/>
          <p:nvPr/>
        </p:nvSpPr>
        <p:spPr>
          <a:xfrm>
            <a:off x="3262750" y="2010141"/>
            <a:ext cx="36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B’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247326" y="3014350"/>
            <a:ext cx="136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profondeur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024303" y="3962884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largeur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82" name="Google Shape;82;p14"/>
          <p:cNvCxnSpPr/>
          <p:nvPr/>
        </p:nvCxnSpPr>
        <p:spPr>
          <a:xfrm>
            <a:off x="4152442" y="2732981"/>
            <a:ext cx="0" cy="100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" name="Google Shape;83;p14"/>
          <p:cNvCxnSpPr/>
          <p:nvPr/>
        </p:nvCxnSpPr>
        <p:spPr>
          <a:xfrm flipH="1" rot="10800000">
            <a:off x="3723637" y="3754725"/>
            <a:ext cx="440400" cy="395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" name="Google Shape;84;p14"/>
          <p:cNvSpPr/>
          <p:nvPr/>
        </p:nvSpPr>
        <p:spPr>
          <a:xfrm>
            <a:off x="1373149" y="3311809"/>
            <a:ext cx="1296000" cy="50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Photo d’une source n°2, mesure des distances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90" name="Google Shape;90;p15"/>
          <p:cNvGrpSpPr/>
          <p:nvPr/>
        </p:nvGrpSpPr>
        <p:grpSpPr>
          <a:xfrm>
            <a:off x="1323515" y="1144113"/>
            <a:ext cx="6703052" cy="3759702"/>
            <a:chOff x="1929097" y="1184311"/>
            <a:chExt cx="5552102" cy="3114140"/>
          </a:xfrm>
        </p:grpSpPr>
        <p:pic>
          <p:nvPicPr>
            <p:cNvPr id="91" name="Google Shape;9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29097" y="1184311"/>
              <a:ext cx="5285717" cy="311414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" name="Google Shape;92;p15"/>
            <p:cNvCxnSpPr/>
            <p:nvPr/>
          </p:nvCxnSpPr>
          <p:spPr>
            <a:xfrm flipH="1" rot="10800000">
              <a:off x="3830101" y="2840629"/>
              <a:ext cx="1761904" cy="132516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" name="Google Shape;93;p15"/>
            <p:cNvSpPr txBox="1"/>
            <p:nvPr/>
          </p:nvSpPr>
          <p:spPr>
            <a:xfrm>
              <a:off x="3654916" y="2628775"/>
              <a:ext cx="1854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A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5590347" y="2503300"/>
              <a:ext cx="4656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A’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95" name="Google Shape;95;p15"/>
            <p:cNvCxnSpPr/>
            <p:nvPr/>
          </p:nvCxnSpPr>
          <p:spPr>
            <a:xfrm>
              <a:off x="5592008" y="2840614"/>
              <a:ext cx="1483739" cy="618408"/>
            </a:xfrm>
            <a:prstGeom prst="straightConnector1">
              <a:avLst/>
            </a:prstGeom>
            <a:noFill/>
            <a:ln cap="flat" cmpd="sng" w="76200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" name="Google Shape;96;p15"/>
            <p:cNvSpPr txBox="1"/>
            <p:nvPr/>
          </p:nvSpPr>
          <p:spPr>
            <a:xfrm>
              <a:off x="6930699" y="3478638"/>
              <a:ext cx="5505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B’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97" name="Google Shape;97;p15"/>
            <p:cNvCxnSpPr/>
            <p:nvPr/>
          </p:nvCxnSpPr>
          <p:spPr>
            <a:xfrm>
              <a:off x="3830101" y="2998083"/>
              <a:ext cx="370886" cy="1123625"/>
            </a:xfrm>
            <a:prstGeom prst="straightConnector1">
              <a:avLst/>
            </a:prstGeom>
            <a:noFill/>
            <a:ln cap="flat" cmpd="sng" w="76200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" name="Google Shape;98;p15"/>
            <p:cNvSpPr txBox="1"/>
            <p:nvPr/>
          </p:nvSpPr>
          <p:spPr>
            <a:xfrm>
              <a:off x="3830092" y="3920824"/>
              <a:ext cx="2841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B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99" name="Google Shape;99;p15"/>
            <p:cNvCxnSpPr/>
            <p:nvPr/>
          </p:nvCxnSpPr>
          <p:spPr>
            <a:xfrm flipH="1" rot="10800000">
              <a:off x="4180452" y="3457375"/>
              <a:ext cx="2905800" cy="641700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" name="Google Shape;100;p15"/>
            <p:cNvCxnSpPr/>
            <p:nvPr/>
          </p:nvCxnSpPr>
          <p:spPr>
            <a:xfrm>
              <a:off x="4201029" y="2741381"/>
              <a:ext cx="0" cy="408407"/>
            </a:xfrm>
            <a:prstGeom prst="straightConnector1">
              <a:avLst/>
            </a:pr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</p:cxnSp>
        <p:cxnSp>
          <p:nvCxnSpPr>
            <p:cNvPr id="101" name="Google Shape;101;p15"/>
            <p:cNvCxnSpPr/>
            <p:nvPr/>
          </p:nvCxnSpPr>
          <p:spPr>
            <a:xfrm>
              <a:off x="4664689" y="2752260"/>
              <a:ext cx="0" cy="408407"/>
            </a:xfrm>
            <a:prstGeom prst="straightConnector1">
              <a:avLst/>
            </a:pr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</p:cxnSp>
        <p:cxnSp>
          <p:nvCxnSpPr>
            <p:cNvPr id="102" name="Google Shape;102;p15"/>
            <p:cNvCxnSpPr/>
            <p:nvPr/>
          </p:nvCxnSpPr>
          <p:spPr>
            <a:xfrm>
              <a:off x="5499276" y="2697205"/>
              <a:ext cx="0" cy="408407"/>
            </a:xfrm>
            <a:prstGeom prst="straightConnector1">
              <a:avLst/>
            </a:pr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</p:cxnSp>
        <p:cxnSp>
          <p:nvCxnSpPr>
            <p:cNvPr id="103" name="Google Shape;103;p15"/>
            <p:cNvCxnSpPr/>
            <p:nvPr/>
          </p:nvCxnSpPr>
          <p:spPr>
            <a:xfrm>
              <a:off x="5035616" y="2741381"/>
              <a:ext cx="0" cy="408407"/>
            </a:xfrm>
            <a:prstGeom prst="straightConnector1">
              <a:avLst/>
            </a:pr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</p:cxnSp>
        <p:cxnSp>
          <p:nvCxnSpPr>
            <p:cNvPr id="104" name="Google Shape;104;p15"/>
            <p:cNvCxnSpPr/>
            <p:nvPr/>
          </p:nvCxnSpPr>
          <p:spPr>
            <a:xfrm>
              <a:off x="4432859" y="3824937"/>
              <a:ext cx="0" cy="408407"/>
            </a:xfrm>
            <a:prstGeom prst="straightConnector1">
              <a:avLst/>
            </a:pr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</p:cxnSp>
        <p:cxnSp>
          <p:nvCxnSpPr>
            <p:cNvPr id="105" name="Google Shape;105;p15"/>
            <p:cNvCxnSpPr/>
            <p:nvPr/>
          </p:nvCxnSpPr>
          <p:spPr>
            <a:xfrm>
              <a:off x="5174714" y="3713273"/>
              <a:ext cx="0" cy="408407"/>
            </a:xfrm>
            <a:prstGeom prst="straightConnector1">
              <a:avLst/>
            </a:pr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</p:cxnSp>
        <p:cxnSp>
          <p:nvCxnSpPr>
            <p:cNvPr id="106" name="Google Shape;106;p15"/>
            <p:cNvCxnSpPr/>
            <p:nvPr/>
          </p:nvCxnSpPr>
          <p:spPr>
            <a:xfrm>
              <a:off x="5870203" y="3596956"/>
              <a:ext cx="0" cy="408407"/>
            </a:xfrm>
            <a:prstGeom prst="straightConnector1">
              <a:avLst/>
            </a:pr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</p:cxnSp>
        <p:cxnSp>
          <p:nvCxnSpPr>
            <p:cNvPr id="107" name="Google Shape;107;p15"/>
            <p:cNvCxnSpPr/>
            <p:nvPr/>
          </p:nvCxnSpPr>
          <p:spPr>
            <a:xfrm>
              <a:off x="6472961" y="3459091"/>
              <a:ext cx="0" cy="408407"/>
            </a:xfrm>
            <a:prstGeom prst="straightConnector1">
              <a:avLst/>
            </a:pr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Report des mesures dans le tableau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6588" y="1144125"/>
            <a:ext cx="5190821" cy="36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Photo d’une source n°2, mesure des temps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19" name="Google Shape;119;p17"/>
          <p:cNvGrpSpPr/>
          <p:nvPr/>
        </p:nvGrpSpPr>
        <p:grpSpPr>
          <a:xfrm>
            <a:off x="1323515" y="1144113"/>
            <a:ext cx="6703052" cy="3759700"/>
            <a:chOff x="1929097" y="1184311"/>
            <a:chExt cx="5552102" cy="3114139"/>
          </a:xfrm>
        </p:grpSpPr>
        <p:pic>
          <p:nvPicPr>
            <p:cNvPr id="120" name="Google Shape;12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29097" y="1184311"/>
              <a:ext cx="5285717" cy="311413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1" name="Google Shape;121;p17"/>
            <p:cNvCxnSpPr/>
            <p:nvPr/>
          </p:nvCxnSpPr>
          <p:spPr>
            <a:xfrm flipH="1" rot="10800000">
              <a:off x="3830101" y="2840545"/>
              <a:ext cx="1761900" cy="132600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17"/>
            <p:cNvSpPr txBox="1"/>
            <p:nvPr/>
          </p:nvSpPr>
          <p:spPr>
            <a:xfrm>
              <a:off x="3654916" y="2628775"/>
              <a:ext cx="1854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A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5590347" y="2503300"/>
              <a:ext cx="4656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A’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5592008" y="2840614"/>
              <a:ext cx="1483800" cy="618300"/>
            </a:xfrm>
            <a:prstGeom prst="straightConnector1">
              <a:avLst/>
            </a:prstGeom>
            <a:noFill/>
            <a:ln cap="flat" cmpd="sng" w="76200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" name="Google Shape;125;p17"/>
            <p:cNvSpPr txBox="1"/>
            <p:nvPr/>
          </p:nvSpPr>
          <p:spPr>
            <a:xfrm>
              <a:off x="6930699" y="3478638"/>
              <a:ext cx="5505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B’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126" name="Google Shape;126;p17"/>
            <p:cNvCxnSpPr/>
            <p:nvPr/>
          </p:nvCxnSpPr>
          <p:spPr>
            <a:xfrm>
              <a:off x="3830101" y="2998083"/>
              <a:ext cx="370800" cy="1123500"/>
            </a:xfrm>
            <a:prstGeom prst="straightConnector1">
              <a:avLst/>
            </a:prstGeom>
            <a:noFill/>
            <a:ln cap="flat" cmpd="sng" w="76200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" name="Google Shape;127;p17"/>
            <p:cNvSpPr txBox="1"/>
            <p:nvPr/>
          </p:nvSpPr>
          <p:spPr>
            <a:xfrm>
              <a:off x="3830092" y="3920824"/>
              <a:ext cx="2841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B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128" name="Google Shape;128;p17"/>
            <p:cNvCxnSpPr/>
            <p:nvPr/>
          </p:nvCxnSpPr>
          <p:spPr>
            <a:xfrm flipH="1" rot="10800000">
              <a:off x="4180452" y="3457375"/>
              <a:ext cx="2905800" cy="641700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26" y="1358356"/>
            <a:ext cx="2232248" cy="2867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7506" y="3083914"/>
            <a:ext cx="275084" cy="271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Photo d’une source n°2, mesure des temps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36" name="Google Shape;136;p18"/>
          <p:cNvGrpSpPr/>
          <p:nvPr/>
        </p:nvGrpSpPr>
        <p:grpSpPr>
          <a:xfrm>
            <a:off x="1323515" y="1144113"/>
            <a:ext cx="6703052" cy="3759700"/>
            <a:chOff x="1929097" y="1184311"/>
            <a:chExt cx="5552102" cy="3114139"/>
          </a:xfrm>
        </p:grpSpPr>
        <p:pic>
          <p:nvPicPr>
            <p:cNvPr id="137" name="Google Shape;137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29097" y="1184311"/>
              <a:ext cx="5285717" cy="311413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8" name="Google Shape;138;p18"/>
            <p:cNvCxnSpPr/>
            <p:nvPr/>
          </p:nvCxnSpPr>
          <p:spPr>
            <a:xfrm flipH="1" rot="10800000">
              <a:off x="3830101" y="2840545"/>
              <a:ext cx="1761900" cy="132600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" name="Google Shape;139;p18"/>
            <p:cNvSpPr txBox="1"/>
            <p:nvPr/>
          </p:nvSpPr>
          <p:spPr>
            <a:xfrm>
              <a:off x="3654916" y="2628775"/>
              <a:ext cx="1854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A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5590347" y="2503300"/>
              <a:ext cx="4656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A’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141" name="Google Shape;141;p18"/>
            <p:cNvCxnSpPr/>
            <p:nvPr/>
          </p:nvCxnSpPr>
          <p:spPr>
            <a:xfrm>
              <a:off x="5592008" y="2840614"/>
              <a:ext cx="1483800" cy="618300"/>
            </a:xfrm>
            <a:prstGeom prst="straightConnector1">
              <a:avLst/>
            </a:prstGeom>
            <a:noFill/>
            <a:ln cap="flat" cmpd="sng" w="76200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" name="Google Shape;142;p18"/>
            <p:cNvSpPr txBox="1"/>
            <p:nvPr/>
          </p:nvSpPr>
          <p:spPr>
            <a:xfrm>
              <a:off x="6930699" y="3478638"/>
              <a:ext cx="5505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B’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143" name="Google Shape;143;p18"/>
            <p:cNvCxnSpPr/>
            <p:nvPr/>
          </p:nvCxnSpPr>
          <p:spPr>
            <a:xfrm>
              <a:off x="3830101" y="2998083"/>
              <a:ext cx="370800" cy="1123500"/>
            </a:xfrm>
            <a:prstGeom prst="straightConnector1">
              <a:avLst/>
            </a:prstGeom>
            <a:noFill/>
            <a:ln cap="flat" cmpd="sng" w="76200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" name="Google Shape;144;p18"/>
            <p:cNvSpPr txBox="1"/>
            <p:nvPr/>
          </p:nvSpPr>
          <p:spPr>
            <a:xfrm>
              <a:off x="3830092" y="3920824"/>
              <a:ext cx="284100" cy="3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B</a:t>
              </a:r>
              <a:endPara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145" name="Google Shape;145;p18"/>
            <p:cNvCxnSpPr/>
            <p:nvPr/>
          </p:nvCxnSpPr>
          <p:spPr>
            <a:xfrm flipH="1" rot="10800000">
              <a:off x="4180452" y="3457375"/>
              <a:ext cx="2905800" cy="641700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7331" y="4225814"/>
            <a:ext cx="275084" cy="271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428" y="1268761"/>
            <a:ext cx="2676681" cy="270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Report du temps dans le tableau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213" y="1144125"/>
            <a:ext cx="5249571" cy="369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Réaliser le chronométrage 10x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213" y="1144125"/>
            <a:ext cx="5249571" cy="369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Photo de la source 2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000" y="1092625"/>
            <a:ext cx="5742001" cy="38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